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4C196-27CE-B147-8520-9A0A70122F14}" v="1" dt="2026-07-12T09:54:01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962" autoAdjust="0"/>
  </p:normalViewPr>
  <p:slideViewPr>
    <p:cSldViewPr snapToGrid="0" snapToObjects="1">
      <p:cViewPr varScale="1">
        <p:scale>
          <a:sx n="120" d="100"/>
          <a:sy n="120" d="100"/>
        </p:scale>
        <p:origin x="1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Hsia" userId="f4b1939e074e8321" providerId="LiveId" clId="{AE9EC830-EA68-5C49-B383-4323ECEBB39C}"/>
    <pc:docChg chg="custSel delSld modSld">
      <pc:chgData name="Isaac Hsia" userId="f4b1939e074e8321" providerId="LiveId" clId="{AE9EC830-EA68-5C49-B383-4323ECEBB39C}" dt="2026-07-12T09:55:41.243" v="304" actId="20577"/>
      <pc:docMkLst>
        <pc:docMk/>
      </pc:docMkLst>
      <pc:sldChg chg="modNotesTx">
        <pc:chgData name="Isaac Hsia" userId="f4b1939e074e8321" providerId="LiveId" clId="{AE9EC830-EA68-5C49-B383-4323ECEBB39C}" dt="2026-07-12T09:52:08.936" v="0" actId="20577"/>
        <pc:sldMkLst>
          <pc:docMk/>
          <pc:sldMk cId="0" sldId="256"/>
        </pc:sldMkLst>
      </pc:sldChg>
      <pc:sldChg chg="modNotesTx">
        <pc:chgData name="Isaac Hsia" userId="f4b1939e074e8321" providerId="LiveId" clId="{AE9EC830-EA68-5C49-B383-4323ECEBB39C}" dt="2026-07-12T09:52:12.024" v="1" actId="20577"/>
        <pc:sldMkLst>
          <pc:docMk/>
          <pc:sldMk cId="0" sldId="257"/>
        </pc:sldMkLst>
      </pc:sldChg>
      <pc:sldChg chg="modNotesTx">
        <pc:chgData name="Isaac Hsia" userId="f4b1939e074e8321" providerId="LiveId" clId="{AE9EC830-EA68-5C49-B383-4323ECEBB39C}" dt="2026-07-12T09:52:19.712" v="2" actId="20577"/>
        <pc:sldMkLst>
          <pc:docMk/>
          <pc:sldMk cId="0" sldId="258"/>
        </pc:sldMkLst>
      </pc:sldChg>
      <pc:sldChg chg="modNotesTx">
        <pc:chgData name="Isaac Hsia" userId="f4b1939e074e8321" providerId="LiveId" clId="{AE9EC830-EA68-5C49-B383-4323ECEBB39C}" dt="2026-07-12T09:52:22.887" v="3" actId="20577"/>
        <pc:sldMkLst>
          <pc:docMk/>
          <pc:sldMk cId="0" sldId="259"/>
        </pc:sldMkLst>
      </pc:sldChg>
      <pc:sldChg chg="modNotesTx">
        <pc:chgData name="Isaac Hsia" userId="f4b1939e074e8321" providerId="LiveId" clId="{AE9EC830-EA68-5C49-B383-4323ECEBB39C}" dt="2026-07-12T09:52:25.140" v="4" actId="20577"/>
        <pc:sldMkLst>
          <pc:docMk/>
          <pc:sldMk cId="0" sldId="260"/>
        </pc:sldMkLst>
      </pc:sldChg>
      <pc:sldChg chg="modNotesTx">
        <pc:chgData name="Isaac Hsia" userId="f4b1939e074e8321" providerId="LiveId" clId="{AE9EC830-EA68-5C49-B383-4323ECEBB39C}" dt="2026-07-12T09:52:29.288" v="5" actId="20577"/>
        <pc:sldMkLst>
          <pc:docMk/>
          <pc:sldMk cId="0" sldId="261"/>
        </pc:sldMkLst>
      </pc:sldChg>
      <pc:sldChg chg="modNotesTx">
        <pc:chgData name="Isaac Hsia" userId="f4b1939e074e8321" providerId="LiveId" clId="{AE9EC830-EA68-5C49-B383-4323ECEBB39C}" dt="2026-07-12T09:52:31.951" v="6" actId="20577"/>
        <pc:sldMkLst>
          <pc:docMk/>
          <pc:sldMk cId="0" sldId="262"/>
        </pc:sldMkLst>
      </pc:sldChg>
      <pc:sldChg chg="delSp modSp mod modNotesTx">
        <pc:chgData name="Isaac Hsia" userId="f4b1939e074e8321" providerId="LiveId" clId="{AE9EC830-EA68-5C49-B383-4323ECEBB39C}" dt="2026-07-12T09:55:41.243" v="304" actId="20577"/>
        <pc:sldMkLst>
          <pc:docMk/>
          <pc:sldMk cId="0" sldId="263"/>
        </pc:sldMkLst>
        <pc:spChg chg="mod">
          <ac:chgData name="Isaac Hsia" userId="f4b1939e074e8321" providerId="LiveId" clId="{AE9EC830-EA68-5C49-B383-4323ECEBB39C}" dt="2026-07-12T09:53:09.654" v="13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Isaac Hsia" userId="f4b1939e074e8321" providerId="LiveId" clId="{AE9EC830-EA68-5C49-B383-4323ECEBB39C}" dt="2026-07-12T09:53:49.794" v="66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Isaac Hsia" userId="f4b1939e074e8321" providerId="LiveId" clId="{AE9EC830-EA68-5C49-B383-4323ECEBB39C}" dt="2026-07-12T09:55:41.243" v="304" actId="20577"/>
          <ac:spMkLst>
            <pc:docMk/>
            <pc:sldMk cId="0" sldId="263"/>
            <ac:spMk id="6" creationId="{00000000-0000-0000-0000-000000000000}"/>
          </ac:spMkLst>
        </pc:spChg>
        <pc:spChg chg="del">
          <ac:chgData name="Isaac Hsia" userId="f4b1939e074e8321" providerId="LiveId" clId="{AE9EC830-EA68-5C49-B383-4323ECEBB39C}" dt="2026-07-12T09:53:01.498" v="11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Isaac Hsia" userId="f4b1939e074e8321" providerId="LiveId" clId="{AE9EC830-EA68-5C49-B383-4323ECEBB39C}" dt="2026-07-12T09:53:03.582" v="12" actId="478"/>
          <ac:spMkLst>
            <pc:docMk/>
            <pc:sldMk cId="0" sldId="263"/>
            <ac:spMk id="8" creationId="{00000000-0000-0000-0000-000000000000}"/>
          </ac:spMkLst>
        </pc:spChg>
      </pc:sldChg>
      <pc:sldChg chg="del modNotesTx">
        <pc:chgData name="Isaac Hsia" userId="f4b1939e074e8321" providerId="LiveId" clId="{AE9EC830-EA68-5C49-B383-4323ECEBB39C}" dt="2026-07-12T09:52:39.238" v="9" actId="2696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679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0"/>
            <a:ext cx="63401" cy="5143500"/>
          </a:xfrm>
          <a:prstGeom prst="rect">
            <a:avLst/>
          </a:prstGeom>
          <a:solidFill>
            <a:srgbClr val="3B5B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198811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5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游戏策划培训 · 第 4 课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675061"/>
            <a:ext cx="7772400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关卡立项</a:t>
            </a:r>
            <a:endParaRPr lang="en-US" sz="4000" dirty="0"/>
          </a:p>
          <a:p>
            <a:pPr marL="0" indent="0" algn="l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从"想拆"到"想做"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2000" y="3020764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buNone/>
            </a:pPr>
            <a:r>
              <a:rPr lang="en-US" sz="1900" dirty="0">
                <a:solidFill>
                  <a:srgbClr val="BFE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从今天起，你是设计者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000" y="3725614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0"/>
              </a:spcBef>
              <a:buNone/>
            </a:pPr>
            <a:r>
              <a:rPr lang="en-US" sz="1300" dirty="0">
                <a:solidFill>
                  <a:srgbClr val="7FA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学员：温润祺 ｜ 主题：关卡设计概念(Concept)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5100" y="431750"/>
            <a:ext cx="0" cy="730151"/>
          </a:xfrm>
          <a:prstGeom prst="line">
            <a:avLst/>
          </a:prstGeom>
          <a:noFill/>
          <a:ln w="114300">
            <a:solidFill>
              <a:srgbClr val="0CA6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25401" y="431750"/>
            <a:ext cx="7966862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作业回顾 + 转折点宣告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5401" y="942826"/>
            <a:ext cx="79668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30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肯定上周拆解质量，宣告"读→写"的身份转换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441252"/>
            <a:ext cx="3949750" cy="1838920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679377"/>
            <a:ext cx="34913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CA6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👍 上周作业很棒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1376" y="2082552"/>
            <a:ext cx="3422898" cy="8706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《尼尔:机械纪元》序章拆解专业</a:t>
            </a:r>
            <a:endParaRPr lang="en-US" sz="1300" dirty="0"/>
          </a:p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难度曲线、敌人分布表已成体系</a:t>
            </a:r>
            <a:endParaRPr lang="en-US" sz="1300" dirty="0"/>
          </a:p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引导与环境叙事分析有深度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86300" y="1441252"/>
            <a:ext cx="3949750" cy="1838920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49726" y="1679377"/>
            <a:ext cx="34913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今天开始不一样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49726" y="2082552"/>
            <a:ext cx="3422898" cy="8706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过去3课：分析别人的关卡</a:t>
            </a:r>
            <a:endParaRPr lang="en-US" sz="1300" dirty="0"/>
          </a:p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今天起：设计自己的关卡</a:t>
            </a:r>
            <a:endParaRPr lang="en-US" sz="1300" dirty="0"/>
          </a:p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今天定的方向，会做满6课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3508772"/>
            <a:ext cx="8128099" cy="806351"/>
          </a:xfrm>
          <a:prstGeom prst="roundRect">
            <a:avLst>
              <a:gd name="adj" fmla="val 15750"/>
            </a:avLst>
          </a:prstGeom>
          <a:solidFill>
            <a:srgbClr val="E6FCF5"/>
          </a:solidFill>
          <a:ln w="9525">
            <a:solidFill>
              <a:srgbClr val="B2F2E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6075" y="3683347"/>
            <a:ext cx="7804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B7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「你已经证明了能看懂好关卡怎么搭。今天开始，你要回答一个更难的问题——你自己想让玩家经历什么？」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900" y="330101"/>
            <a:ext cx="0" cy="669875"/>
          </a:xfrm>
          <a:prstGeom prst="line">
            <a:avLst/>
          </a:prstGeom>
          <a:noFill/>
          <a:ln w="114300">
            <a:solidFill>
              <a:srgbClr val="0CA6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201" y="330101"/>
            <a:ext cx="81223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思维翻转：逆向拆解 vs 正向设计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49201" y="799951"/>
            <a:ext cx="81223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同一套分析结构，方向完全相反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50" y="1177677"/>
          <a:ext cx="8280351" cy="3238500"/>
        </p:xfrm>
        <a:graphic>
          <a:graphicData uri="http://schemas.openxmlformats.org/drawingml/2006/table">
            <a:tbl>
              <a:tblPr/>
              <a:tblGrid>
                <a:gridCol w="1821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9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9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分析对象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拆解时(逆向)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设计时(正向)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提问方向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它为什么这样设计？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我想让玩家体验什么？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难度曲线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读：识别1→10的节奏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画：先定目标曲线再反推内容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敌人分布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读：统计类型×关卡段数量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布：主动编排遭遇节奏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引导手法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读：识别明暗引导的用法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用：主动选择并布置引导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环境叙事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读：解读空间讲了什么故事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写：用空间讲自己的故事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330101"/>
            <a:ext cx="834257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关卡设计的构建过程（7 步）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82501" y="825401"/>
            <a:ext cx="83425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250" dirty="0">
                <a:solidFill>
                  <a:srgbClr val="BFE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从"为什么做"到"怎么做"，再到"哪里会出问题"——一条完整的设计思考链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2501" y="1212652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426" y="1336477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目标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4426" y="1584127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为什么要设计这个关卡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97014" y="1212652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8939" y="1336477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主题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8939" y="1584127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关卡主题是什么（暗杀/逃脱…）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2501" y="1987153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426" y="2110978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元素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426" y="2358628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可用到哪些元素（敌人/NPC/交互物）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7014" y="1987153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8939" y="2110978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关卡流程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8939" y="2358628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起点-经历-终点，重逻辑性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501" y="2761655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4426" y="2885480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玩家体验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426" y="3133130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玩家玩时会有什么感受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7014" y="2761655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58939" y="2885480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⑥ 桥段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8939" y="3133130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乐趣剧本，含空间/视觉构思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501" y="3536156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4426" y="3659981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⑦ 问题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426" y="3907631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反思问题，能否用元素解决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501" y="4348758"/>
            <a:ext cx="8178998" cy="453926"/>
          </a:xfrm>
          <a:prstGeom prst="roundRect">
            <a:avLst>
              <a:gd name="adj" fmla="val 25180"/>
            </a:avLst>
          </a:prstGeom>
          <a:solidFill>
            <a:srgbClr val="3B5B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3883" y="4475708"/>
            <a:ext cx="7876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 5 步搭"逻辑骨架"，第 6 步加"乐趣与画面"，第 7 步做"自我检验"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651" y="304800"/>
            <a:ext cx="0" cy="631775"/>
          </a:xfrm>
          <a:prstGeom prst="line">
            <a:avLst/>
          </a:prstGeom>
          <a:noFill/>
          <a:ln w="114300">
            <a:solidFill>
              <a:srgbClr val="0CA6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99951" y="304800"/>
            <a:ext cx="80187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逻辑骨架：目标 → 主题 → 元素 → 流程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9951" y="736550"/>
            <a:ext cx="8018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前四步定"这一关是什么、由什么组成、怎么走"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2501" y="1088975"/>
            <a:ext cx="8178998" cy="746224"/>
          </a:xfrm>
          <a:prstGeom prst="roundRect">
            <a:avLst>
              <a:gd name="adj" fmla="val 17019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297037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1875" y="1297037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2978" y="1225451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目标：为什么设计这个关卡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2978" y="1501676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它在整个游戏里承担什么功能？教学？剧情推进？考验某个能力？——先想清楚"为什么要有这一关"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2501" y="1936700"/>
            <a:ext cx="8178998" cy="746224"/>
          </a:xfrm>
          <a:prstGeom prst="roundRect">
            <a:avLst>
              <a:gd name="adj" fmla="val 17019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176" y="2144762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1875" y="2144762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2978" y="2073176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主题：这个关卡的主题是什么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2978" y="2349401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用一个动词/情境概括：暗杀、逃脱、守卫、追逐、潜入……主题决定整关的基调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501" y="2784425"/>
            <a:ext cx="8178998" cy="746224"/>
          </a:xfrm>
          <a:prstGeom prst="roundRect">
            <a:avLst>
              <a:gd name="adj" fmla="val 17019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5176" y="2992487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1875" y="2992487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2978" y="2920901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元素：可以用到哪些元素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2978" y="3197126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敌人（什么样的敌人）／NPC（有什么故事的NPC）／交互物体／机关道具……列出你的"工具箱"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501" y="3632150"/>
            <a:ext cx="8178998" cy="746224"/>
          </a:xfrm>
          <a:prstGeom prst="roundRect">
            <a:avLst>
              <a:gd name="adj" fmla="val 17019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5176" y="3840212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1875" y="3840212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2978" y="3768626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关卡流程：起点 - 经历 - 终点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2978" y="4044851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关注</a:t>
            </a:r>
            <a:r>
              <a:rPr lang="en-US" sz="115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逻辑性</a:t>
            </a: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（玩家先做什么、再做什么、为什么），</a:t>
            </a:r>
            <a:r>
              <a:rPr lang="en-US" sz="115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暂不管</a:t>
            </a: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空间和视觉布局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651" y="304800"/>
            <a:ext cx="0" cy="631775"/>
          </a:xfrm>
          <a:prstGeom prst="line">
            <a:avLst/>
          </a:prstGeom>
          <a:noFill/>
          <a:ln w="1143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99951" y="304800"/>
            <a:ext cx="80187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血肉与检验：体验 → 桥段 → 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9951" y="736550"/>
            <a:ext cx="8018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后三步让关卡"有乐趣、有画面、经得起推敲"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2501" y="1088975"/>
            <a:ext cx="8178998" cy="771525"/>
          </a:xfrm>
          <a:prstGeom prst="roundRect">
            <a:avLst>
              <a:gd name="adj" fmla="val 16461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309688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704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1875" y="1309688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2978" y="1238101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玩家体验：玩家会有什么感受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2978" y="1514326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玩到这关时，玩家的情绪是紧张、好奇、成就感、还是压迫？——体验是设计的验收标准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2501" y="1974800"/>
            <a:ext cx="8178998" cy="968573"/>
          </a:xfrm>
          <a:prstGeom prst="roundRect">
            <a:avLst>
              <a:gd name="adj" fmla="val 13112"/>
            </a:avLst>
          </a:prstGeom>
          <a:solidFill>
            <a:srgbClr val="F3F0FF"/>
          </a:solidFill>
          <a:ln w="9525">
            <a:solidFill>
              <a:srgbClr val="D0B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176" y="2294037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704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1875" y="2294037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2978" y="2123926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桥段：游戏的乐趣剧本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2978" y="2400151"/>
            <a:ext cx="7390763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设计具体的高光片段：潜行但离敌人很近／近战武器开局／与大型Boss战斗……</a:t>
            </a:r>
            <a:r>
              <a:rPr lang="en-US" sz="115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这一步才加入空间和视觉布局的构思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501" y="3057674"/>
            <a:ext cx="8178998" cy="771525"/>
          </a:xfrm>
          <a:prstGeom prst="roundRect">
            <a:avLst>
              <a:gd name="adj" fmla="val 16461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5176" y="3278386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704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1875" y="3278386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2978" y="3206800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问题：反思与解决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2978" y="3483025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回看前面所有内容会不会出问题（卡关？无聊？逻辑断裂？）——</a:t>
            </a:r>
            <a:r>
              <a:rPr lang="en-US" sz="115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能否通过调整"元素"来解决？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5100" y="253901"/>
            <a:ext cx="0" cy="622250"/>
          </a:xfrm>
          <a:prstGeom prst="line">
            <a:avLst/>
          </a:prstGeom>
          <a:noFill/>
          <a:ln w="1143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25401" y="253901"/>
            <a:ext cx="79668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现场共创：用7步给《尼尔》设计下一关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5401" y="685651"/>
            <a:ext cx="79668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15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用最熟悉的素材，把七步流程扶着走一遍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7950" y="1028551"/>
            <a:ext cx="8128099" cy="620613"/>
          </a:xfrm>
          <a:prstGeom prst="roundRect">
            <a:avLst>
              <a:gd name="adj" fmla="val 1841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1139577"/>
            <a:ext cx="78568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目标 + ② 主题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0626" y="1364903"/>
            <a:ext cx="7856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这一关想承担什么功能？主题是什么（追逐/潜入/守卫…）？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1725364"/>
            <a:ext cx="8128099" cy="620613"/>
          </a:xfrm>
          <a:prstGeom prst="roundRect">
            <a:avLst>
              <a:gd name="adj" fmla="val 1841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0626" y="1836390"/>
            <a:ext cx="78568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元素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0626" y="2061716"/>
            <a:ext cx="7856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延续《尼尔》世界观，你会用哪些敌人/NPC/交互物？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950" y="2422178"/>
            <a:ext cx="8128099" cy="620613"/>
          </a:xfrm>
          <a:prstGeom prst="roundRect">
            <a:avLst>
              <a:gd name="adj" fmla="val 1841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0626" y="2533204"/>
            <a:ext cx="78568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流程 + ⑤ 体验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0626" y="2758529"/>
            <a:ext cx="7856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起点-经历-终点怎么走？想让玩家产生什么感受？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7950" y="3118991"/>
            <a:ext cx="8128099" cy="620613"/>
          </a:xfrm>
          <a:prstGeom prst="roundRect">
            <a:avLst>
              <a:gd name="adj" fmla="val 1841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626" y="3230017"/>
            <a:ext cx="78568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⑥ 桥段 + ⑦ 问题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0626" y="3455343"/>
            <a:ext cx="7856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设计一个高光片段（含画面构思）；再反思它可能出什么问题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950" y="3892004"/>
            <a:ext cx="8128099" cy="419100"/>
          </a:xfrm>
          <a:prstGeom prst="roundRect">
            <a:avLst>
              <a:gd name="adj" fmla="val 27273"/>
            </a:avLst>
          </a:prstGeom>
          <a:solidFill>
            <a:srgbClr val="2414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9841" y="4006304"/>
            <a:ext cx="7824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E3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这不是最终作业，只是扶着走一遍——别想着一次做对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1871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本课作业 + 下节预告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793552"/>
            <a:ext cx="818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250" dirty="0">
                <a:solidFill>
                  <a:srgbClr val="BFE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用七步流程，为你自己的原创关卡写第一版设计初稿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58701" y="1155502"/>
            <a:ext cx="8026598" cy="3384600"/>
          </a:xfrm>
          <a:prstGeom prst="roundRect">
            <a:avLst>
              <a:gd name="adj" fmla="val 9004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7576" y="1342727"/>
            <a:ext cx="75978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作业4：《</a:t>
            </a:r>
            <a:r>
              <a:rPr lang="en-US" sz="1400" b="1" dirty="0" err="1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关卡设计初稿</a:t>
            </a:r>
            <a:r>
              <a:rPr lang="en-US" sz="14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》（</a:t>
            </a:r>
            <a:r>
              <a:rPr lang="en-US" sz="1400" b="1" dirty="0" err="1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最好带有关卡地图设计</a:t>
            </a:r>
            <a:r>
              <a:rPr lang="en-US" sz="14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7576" y="1669703"/>
            <a:ext cx="7448848" cy="18929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目标 + ② 主题：为什么做这一关 + 一句话主题（暗杀/逃脱/…）</a:t>
            </a:r>
            <a:endParaRPr lang="en-US" sz="1150" dirty="0"/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元素 + ④ 流程：列出敌人/NPC/交互物 + 起点-经历-终点的逻辑流程</a:t>
            </a:r>
            <a:endParaRPr lang="en-US" sz="1150" dirty="0"/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体验 + ⑥ 桥段：目标玩家感受 + 至少1个乐趣桥段（含画面构思）</a:t>
            </a:r>
            <a:endParaRPr lang="en-US" sz="1150" dirty="0"/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⑦ </a:t>
            </a:r>
            <a:r>
              <a:rPr lang="en-US" sz="1150" dirty="0" err="1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问题：反思可能的问题，并说明如何用元素解决</a:t>
            </a:r>
            <a:endParaRPr lang="en-US" sz="1150" dirty="0">
              <a:solidFill>
                <a:srgbClr val="E7F5F0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 err="1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准备引擎与需要用到的基础关卡制作资源</a:t>
            </a:r>
            <a:r>
              <a:rPr lang="zh-CN" alt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：美术资源、镜头制作</a:t>
            </a:r>
            <a:endParaRPr lang="en-US" altLang="zh-CN" sz="1150" dirty="0">
              <a:solidFill>
                <a:srgbClr val="E7F5F0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zh-CN" alt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熟悉与了解</a:t>
            </a:r>
            <a:r>
              <a:rPr lang="en-US" altLang="zh-CN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r>
              <a:rPr lang="zh-CN" alt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仓库</a:t>
            </a:r>
            <a:endParaRPr lang="en-US" sz="1150" dirty="0">
              <a:solidFill>
                <a:srgbClr val="E7F5F0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endParaRPr lang="en-US" sz="1150" dirty="0">
              <a:solidFill>
                <a:srgbClr val="E7F5F0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>
              <a:lnSpc>
                <a:spcPts val="1552"/>
              </a:lnSpc>
              <a:spcAft>
                <a:spcPts val="400"/>
              </a:spcAft>
              <a:buSzPct val="100000"/>
            </a:pPr>
            <a:r>
              <a:rPr lang="en-US" altLang="zh-CN" sz="12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作业5</a:t>
            </a:r>
            <a:r>
              <a:rPr lang="zh-CN" altLang="en-US" sz="12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：尼尔关卡拆解</a:t>
            </a:r>
            <a:endParaRPr lang="en-US" altLang="zh-CN" sz="1200" b="1" dirty="0">
              <a:solidFill>
                <a:srgbClr val="8EE6C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>
              <a:lnSpc>
                <a:spcPts val="1552"/>
              </a:lnSpc>
              <a:spcAft>
                <a:spcPts val="400"/>
              </a:spcAft>
              <a:buSzPct val="100000"/>
            </a:pPr>
            <a:r>
              <a:rPr lang="zh-CN" altLang="en-US" sz="12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根据课上所说内容，以作品集文档为目标进一步优化尼尔徐庄关卡拆解，以</a:t>
            </a:r>
            <a:r>
              <a:rPr lang="en-US" altLang="zh-CN" sz="12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r>
              <a:rPr lang="zh-CN" altLang="en-US" sz="12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形式展现</a:t>
            </a:r>
            <a:endParaRPr lang="en-US" sz="1150" dirty="0">
              <a:solidFill>
                <a:srgbClr val="E7F5F0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endParaRPr lang="en-US" sz="1150" dirty="0">
              <a:solidFill>
                <a:srgbClr val="E7F5F0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548</Words>
  <Application>Microsoft Macintosh PowerPoint</Application>
  <PresentationFormat>全屏显示(16:9)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关卡立项：从想拆到想做 · 第4课课件</dc:title>
  <dc:subject>PptxGenJS Presentation</dc:subject>
  <dc:creator>游戏策划培训</dc:creator>
  <cp:lastModifiedBy>Isaac Hsia</cp:lastModifiedBy>
  <cp:revision>1</cp:revision>
  <dcterms:created xsi:type="dcterms:W3CDTF">2026-07-11T09:25:05Z</dcterms:created>
  <dcterms:modified xsi:type="dcterms:W3CDTF">2026-07-12T09:55:45Z</dcterms:modified>
</cp:coreProperties>
</file>