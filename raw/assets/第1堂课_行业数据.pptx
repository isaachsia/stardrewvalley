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828800"/>
            <a:ext cx="2743200" cy="635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38528"/>
            <a:ext cx="1371600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中国游戏行业现状</a:t>
            </a:r>
          </a:p>
          <a:p>
            <a:pPr>
              <a:defRPr sz="2200">
                <a:solidFill>
                  <a:srgbClr val="5B9BF5"/>
                </a:solidFill>
              </a:defRPr>
            </a:pPr>
            <a:r>
              <a:t>数据速览与策划机遇 ·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590A5"/>
                </a:solidFill>
              </a:defRPr>
            </a:pPr>
            <a:r>
              <a:t>游戏策划培训 · 第1课 · 行业地图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数据来源：中国音数协游戏工委《2025年中国游戏产业报告》、伽马数据、国家新闻出版署、</a:t>
            </a:r>
            <a:br/>
            <a:r>
              <a:t>游鲨游戏圈、“十五五”规划纲要、Sensor Tower 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产业总览：四大核心数字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2025年中国游戏产业规模与用户量级 · 收入与用户双创历史新高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468880" cy="150876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4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0D9A0"/>
                </a:solidFill>
              </a:defRPr>
            </a:pPr>
            <a:r>
              <a:t>3,507.89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40D9A0"/>
                </a:solidFill>
              </a:defRPr>
            </a:pPr>
            <a:r>
              <a:t>亿元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国内游戏市场</a:t>
            </a:r>
            <a:br/>
            <a:r>
              <a:t>实际销售收入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51760"/>
            <a:ext cx="201168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来源：中国音数协游戏工委</a:t>
            </a:r>
            <a:br/>
            <a:r>
              <a:t>《2025年中国游戏产业报告》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554480"/>
            <a:ext cx="2468880" cy="150876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B9BF5"/>
                </a:solidFill>
              </a:defRPr>
            </a:pPr>
            <a:r>
              <a:t>6.83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2140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B9BF5"/>
                </a:solidFill>
              </a:defRPr>
            </a:pPr>
            <a:r>
              <a:t>亿人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游戏用户规模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651760"/>
            <a:ext cx="201168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8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来源：中国音数协游戏工委</a:t>
            </a:r>
            <a:br/>
            <a:r>
              <a:t>《2025年中国游戏产业报告》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468880" cy="150876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8B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6EF5"/>
                </a:solidFill>
              </a:defRPr>
            </a:pPr>
            <a:r>
              <a:t>204.55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2140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8B6EF5"/>
                </a:solidFill>
              </a:defRPr>
            </a:pPr>
            <a:r>
              <a:t>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自研游戏海外收入</a:t>
            </a:r>
            <a:br/>
            <a:r>
              <a:t>（约1,450亿人民币）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651760"/>
            <a:ext cx="201168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来源：中国音数协游戏工委</a:t>
            </a:r>
            <a:br/>
            <a:r>
              <a:t>《2025年中国游戏产业报告》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554480"/>
            <a:ext cx="2468880" cy="150876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F5A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A650"/>
                </a:solidFill>
              </a:defRPr>
            </a:pPr>
            <a:r>
              <a:t>1,700.51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12140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5A650"/>
                </a:solidFill>
              </a:defRPr>
            </a:pPr>
            <a:r>
              <a:t>亿元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电子竞技游戏</a:t>
            </a:r>
            <a:br/>
            <a:r>
              <a:t>市场收入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651760"/>
            <a:ext cx="201168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69748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来源：中国音数协游戏工委</a:t>
            </a:r>
            <a:br/>
            <a:r>
              <a:t>《2025年中国游戏产业报告》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5C0D5"/>
                </a:solidFill>
              </a:defRPr>
            </a:pPr>
            <a:r>
              <a:t>▸ 收入与用户规模双创历史新高  ▸ 海外收入连续六年超千亿人民币  ▸ 整体同比增长 +7.68%  ▸ 电竞收入同比 +18.96%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49039"/>
            <a:ext cx="5303520" cy="24688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3858767"/>
            <a:ext cx="508406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95020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增长趋势与中长期预测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15967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2026年Q1：销售收入 971.72 亿元，同比 +13.38%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535423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2026年2月单月：332.31 亿元，同比 +18.96%（近10个月新高）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54879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22960" y="4974335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Mordor Intelligence 预测（中国）：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193791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2025年 约 4,600 亿元  →  2030年 约 7,450 亿元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13247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年复合增长率（CAGR，Compound Annual Growth Rate）约 10.12%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806439"/>
            <a:ext cx="493776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852159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来源：中国音数协游戏工委《2025年中国游戏产业报告》、Mordor Intelligence、Fortune Business Insights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749039"/>
            <a:ext cx="5257800" cy="24688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73368" y="3858767"/>
            <a:ext cx="503834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50207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各平台收入结构（2025）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315967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移动游戏      2,570.76 亿元   +7.92%    — 占比 73.29%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535423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客户端游戏      781.60 亿元   +14.97%   — 占比 22.28%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54879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小程序游戏      535.35 亿元   +34.39%   ★ 增长最快细分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974335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主机游戏          83.62 亿元   +86.33%   ★ 增速最高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193791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网页游戏          43.25 亿元   -6.74%    持续萎缩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7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6446520" y="5806439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852159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来源：中国音数协游戏工委《2025年中国游戏产业报告》、伽马数据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产业量级对比：相当于 6 个电影产业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游戏 vs 其他文化产业的规模对比（2025年数据）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06040" cy="17830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0D9A0"/>
                </a:solidFill>
              </a:defRPr>
            </a:pPr>
            <a:r>
              <a:t>游戏产业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3,508 亿元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+7.68%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07792"/>
            <a:ext cx="20574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6265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8590A5"/>
                </a:solidFill>
              </a:defRPr>
            </a:pPr>
            <a:r>
              <a:t>来源：中国音数协游戏工委</a:t>
            </a:r>
            <a:br/>
            <a:r>
              <a:t>《2025年中国游戏产业报告》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554480"/>
            <a:ext cx="2606040" cy="17830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9164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B9BF5"/>
                </a:solidFill>
              </a:defRPr>
            </a:pPr>
            <a:r>
              <a:t>电影产业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1168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约 580 亿元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231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2025年总票房（含服务费）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907792"/>
            <a:ext cx="20574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96265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8590A5"/>
                </a:solidFill>
              </a:defRPr>
            </a:pPr>
            <a:r>
              <a:t>来源：国家电影局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2606040" cy="17830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B6EF5"/>
                </a:solidFill>
              </a:defRPr>
            </a:pPr>
            <a:r>
              <a:t>网络文学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约 400 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2025年市场规模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907792"/>
            <a:ext cx="20574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6265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8590A5"/>
                </a:solidFill>
              </a:defRPr>
            </a:pPr>
            <a:r>
              <a:t>来源：中国音像与数字出版协会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554480"/>
            <a:ext cx="2606040" cy="17830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69164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A650"/>
                </a:solidFill>
              </a:defRPr>
            </a:pPr>
            <a:r>
              <a:t>音乐产业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01168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约 600 亿元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42316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含数字音乐及现场演出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2907792"/>
            <a:ext cx="20574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96265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8590A5"/>
                </a:solidFill>
              </a:defRPr>
            </a:pPr>
            <a:r>
              <a:t>来源：中国音像与数字出版协会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611880"/>
            <a:ext cx="5303520" cy="26060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3721608"/>
            <a:ext cx="5084064" cy="38100"/>
          </a:xfrm>
          <a:prstGeom prst="rect">
            <a:avLst/>
          </a:prstGeom>
          <a:solidFill>
            <a:srgbClr val="8B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8130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6EF5"/>
                </a:solidFill>
              </a:defRPr>
            </a:pPr>
            <a:r>
              <a:t>全球视角：中国游戏的世界地位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17880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中国贡献全球游戏消费增长的 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9826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中国 TOP30 手游发行商收入占全球 TOP100 总收入的 35%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61772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2025年自研游戏海外收入 204.55 亿美元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83717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美、日、韩合计占海外收入的 57.81%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566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主力出海厂商：腾讯、米哈游、网易、莉莉丝等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2760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22960" y="549554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全球游戏市场（2025）：约 2.49 万亿元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806440"/>
            <a:ext cx="493776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8521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来源：Sensor Tower、Fortune Business Insights、中国音数协游戏工委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611880"/>
            <a:ext cx="5257800" cy="26060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73368" y="3721608"/>
            <a:ext cx="503834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8130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用户结构变化（2025）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17880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游戏用户总量：6.83 亿人（+1.35%）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3982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446520" y="46177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值得关注的趋势：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83717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▸ 女性用户占比明显增长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05663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▸ 中老龄用户持续扩大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2760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▸ 主机用户受黑神话等产品带动快速增长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4955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▸ 小程序游戏触达了传统手游未覆盖的下沉与泛用户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5806440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58521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来源：中国音数协游戏工委《2025年中国游戏产业报告》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国家战略定位：从“纠偏”到“C位”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“十五五”规划纲要（2026–2030）首次将游戏列为文化出海“新三样”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858000" cy="228600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“十五五”规划纲要 原文（2026年3月全国人大通过）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一、“引导规范网络文学、网络游戏、网络视听等健康发展”</a:t>
            </a:r>
          </a:p>
          <a:p>
            <a:pPr>
              <a:defRPr sz="1000" b="0">
                <a:solidFill>
                  <a:srgbClr val="8590A5"/>
                </a:solidFill>
              </a:defRPr>
            </a:pPr>
            <a:r>
              <a:t>       ↳ 落在“健全文化产业体系和市场体系”章节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二、“推动优质网络文学、网络游戏、影视动漫、精品展览等出海”</a:t>
            </a:r>
          </a:p>
          <a:p>
            <a:pPr>
              <a:defRPr sz="1000" b="0">
                <a:solidFill>
                  <a:srgbClr val="8590A5"/>
                </a:solidFill>
              </a:defRPr>
            </a:pPr>
            <a:r>
              <a:t>       ↳ 落在“构建更有效力的国际传播体系”章节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000" b="0">
                <a:solidFill>
                  <a:srgbClr val="40D9A0"/>
                </a:solidFill>
              </a:defRPr>
            </a:pPr>
            <a:r>
              <a:t>首次将“网络游戏”与“影视动漫”“精品展览”并列为国际传播载体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来源：中共中央“十五五”规划纲要（2026年3月全国人民代表大会通过）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508760"/>
            <a:ext cx="3794760" cy="26060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82128" y="1618488"/>
            <a:ext cx="3575304" cy="38100"/>
          </a:xfrm>
          <a:prstGeom prst="rect">
            <a:avLst/>
          </a:prstGeom>
          <a:solidFill>
            <a:srgbClr val="8B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7099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6EF5"/>
                </a:solidFill>
              </a:defRPr>
            </a:pPr>
            <a:r>
              <a:t>定位质变：十四五 → 十五五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07568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十四五（2021–2025）：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29514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仅 1 次提及，基调“纠偏与严管”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51460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归入“健全现代文化产业体系”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734056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955280" y="2953512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十五五（2026–2030）：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17296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2 次明确提及，升级为战略支柱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39242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955280" y="3703320"/>
            <a:ext cx="34290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3749040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来源：“十五五”规划纲要、中国音像与数字出版协会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5303520" cy="1965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361688"/>
            <a:ext cx="508406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531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政策支撑体系（2025–2026）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188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中共中央/国务院：《提振消费专项行动方案》明确促进游戏及电竞消费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3834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国家新闻出版署等十部门：《网络出版科技创新引领计划》支持引擎自主创新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商务部：16 款游戏入选国家文化出口重点项目，布局出海全链条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7725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近 20 个省市：出台游戏产业补贴、产业园建设、出海赋能等政策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806440"/>
            <a:ext cx="493776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来源：国务院公报、商务部官网、国家新闻出版署、上海市知识产权局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51960"/>
            <a:ext cx="5257800" cy="1965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73368" y="4361688"/>
            <a:ext cx="503834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45312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关键解读：三重质变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188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定位之变：从“文化产业组成部分”升格为“提升中华文明传播力的战略支点”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383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路径之变：从“规模扩张”转向“质量引领”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25780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格局之变：从“单点突破”转向“生态协同”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7725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6446520" y="5806440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8521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来源：中国新闻出版广电报（2026.6.10）、澎湃新闻、每日经济新闻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版号审批：常态化发放，供给充裕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审批节奏从“限量管控”转向“稳定可预期” · 2025年1,771个创七年新高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06040" cy="164592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590A5"/>
                </a:solidFill>
              </a:defRPr>
            </a:pPr>
            <a:r>
              <a:t>2023年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约 1,075 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恢复发放元年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07792"/>
            <a:ext cx="21488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来源：国家新闻出版署官网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508760"/>
            <a:ext cx="2606040" cy="164592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9BF5"/>
                </a:solidFill>
              </a:defRPr>
            </a:pPr>
            <a:r>
              <a:t>2024年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约 1,416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60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大幅增加</a:t>
            </a:r>
            <a:br/>
            <a:r>
              <a:t>月均发放稳定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2907792"/>
            <a:ext cx="21488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9443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来源：国家新闻出版署官网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08760"/>
            <a:ext cx="2606040" cy="164592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D9A0"/>
                </a:solidFill>
              </a:defRPr>
            </a:pPr>
            <a:r>
              <a:t>2025年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1,771 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七年新高</a:t>
            </a:r>
            <a:br/>
            <a:r>
              <a:t>国产1,676 + 进口95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2907792"/>
            <a:ext cx="21488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443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来源：国家新闻出版署官网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508760"/>
            <a:ext cx="2606040" cy="164592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600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D9A0"/>
                </a:solidFill>
              </a:defRPr>
            </a:pPr>
            <a:r>
              <a:t>2026年</a:t>
            </a:r>
            <a:br/>
            <a:r>
              <a:t>1–5月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011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月均</a:t>
            </a:r>
            <a:br/>
            <a:r>
              <a:t>150+ 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560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590A5"/>
                </a:solidFill>
              </a:defRPr>
            </a:pPr>
            <a:r>
              <a:t>保持高位</a:t>
            </a:r>
            <a:br/>
            <a:r>
              <a:t>1月首月达182个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907792"/>
            <a:ext cx="21488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94436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来源：国家新闻出版署官网</a:t>
            </a:r>
            <a:br/>
            <a:r>
              <a:t>36氪、中国青年网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74720"/>
            <a:ext cx="5303520" cy="274320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3584448"/>
            <a:ext cx="508406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675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版号政策趋势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4164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2024年起：国产与进口版号实现“每月稳定同步发放”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26110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审批常态化 → 新品供给充裕 → 研发项目持续上马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8056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22960" y="470001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2026年延续高位运行：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1947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1月：182 款（国产 177 + 进口 5）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13892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2月：152 款  |  4月：154+ 款  |  5月：158 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583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22960" y="557784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头部厂商持续获得版号：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806440"/>
            <a:ext cx="493776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8521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来源：国家新闻出版署官网、36氪、中信建投证券研报、招商证券研报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474720"/>
            <a:ext cx="5257800" cy="274320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73368" y="3584448"/>
            <a:ext cx="5038344" cy="38100"/>
          </a:xfrm>
          <a:prstGeom prst="rect">
            <a:avLst/>
          </a:prstGeom>
          <a:solidFill>
            <a:srgbClr val="F5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67588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A650"/>
                </a:solidFill>
              </a:defRPr>
            </a:pPr>
            <a:r>
              <a:t>版号与策划就业的直接关联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0416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版号 → 游戏合法上线销售 → 研发投入有回报 → 企业愿意立项 → 策划岗位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2611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446520" y="44805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回顾：版号停发期（2021.7–2022.4）的情况——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70001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✗ 大量中小团队解散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9194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✗ 大厂砍项目、缩招聘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1389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✗ 整个行业经历了最严峻的信心危机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3583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2025年 1,771 个版号意味着：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5806440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58521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来源：国家新闻出版署官网、综合行业研报及招聘市场分析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从业人员规模与人才缺口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行业在增长 · 人才在流动 · 游戏研发岗位持续有需求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55448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5B9BF5"/>
                </a:solidFill>
              </a:defRPr>
            </a:pPr>
            <a:r>
              <a:t>约 27.6 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国内游戏公司</a:t>
            </a:r>
            <a:br/>
            <a:r>
              <a:t>社保总人数（2024年）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29718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来源：游鲨游戏圈统计数据</a:t>
            </a:r>
            <a:br/>
            <a:r>
              <a:t>覆盖约7,700家游戏公司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520440" cy="155448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8B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1848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8B6EF5"/>
                </a:solidFill>
              </a:defRPr>
            </a:pPr>
            <a:r>
              <a:t>约 15–20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585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其中游戏研发岗位</a:t>
            </a:r>
            <a:br/>
            <a:r>
              <a:t>（策划/程序/美术）估算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651760"/>
            <a:ext cx="29718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9748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来源：基于游鲨数据及行业</a:t>
            </a:r>
            <a:br/>
            <a:r>
              <a:t>研发人员占比推算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508760"/>
            <a:ext cx="3520440" cy="1554480"/>
          </a:xfrm>
          <a:prstGeom prst="roundRect">
            <a:avLst/>
          </a:prstGeom>
          <a:solidFill>
            <a:srgbClr val="121C35"/>
          </a:solidFill>
          <a:ln w="10160">
            <a:solidFill>
              <a:srgbClr val="4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1848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0D9A0"/>
                </a:solidFill>
              </a:defRPr>
            </a:pPr>
            <a:r>
              <a:t>腾讯/腾娱</a:t>
            </a:r>
            <a:br/>
            <a:r>
              <a:t>2024年增员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585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590A5"/>
                </a:solidFill>
              </a:defRPr>
            </a:pPr>
            <a:r>
              <a:t>+4,000 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651760"/>
            <a:ext cx="297180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697480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>
                <a:solidFill>
                  <a:srgbClr val="8590A5"/>
                </a:solidFill>
              </a:defRPr>
            </a:pPr>
            <a:r>
              <a:t>来源：GameLook</a:t>
            </a:r>
            <a:br/>
            <a:r>
              <a:t>（2025.9.16）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5303520" cy="28346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3493008"/>
            <a:ext cx="508406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全球趋势：游戏职位“东移”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5020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中国新增游戏岗位在2025年底反超美国，增长 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6966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连续两个月位居全球第一（Sorcery.gg 追踪 620 家工作室）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美国岗位总数下降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0857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英国 / 西欧 / 北欧下降 13–15%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280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东欧 / 南亚 / 东南亚岗位增长达 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474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加拿大逆势增长 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6694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75% 的全球游戏行业裁员发生在北美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806440"/>
            <a:ext cx="493776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521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来源：Sorcery.gg（追踪620家工作室）、澎湃新闻（2026.3.18）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383280"/>
            <a:ext cx="5257800" cy="28346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73368" y="3493008"/>
            <a:ext cx="5038344" cy="38100"/>
          </a:xfrm>
          <a:prstGeom prst="rect">
            <a:avLst/>
          </a:prstGeom>
          <a:solidFill>
            <a:srgbClr val="F5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844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A650"/>
                </a:solidFill>
              </a:defRPr>
            </a:pPr>
            <a:r>
              <a:t>就业市场：正面信号与需要正视的现实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95020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✅ 正面信号：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1696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2025年1月：全球游戏招聘与裁员首次“收支平衡”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3891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版号常态化 + 十五五政策利好 → 中长期岗位需求稳定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60857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全球游戏开发重心持续向中国转移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82803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TOP20移动游戏企业研发投入合计超 990 亿元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0474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446520" y="52669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⚠️ 需要正视的现实：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48640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AI能力已成硬门槛：大厂AI相关岗位占比接近 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806440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8521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来源：GameLook（2025.2 / 2025.9）、36氪（2025–2026）、澎湃新闻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游戏策划：机遇与风险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入行前必须清楚认知的职业现实 —— 全面、客观、不画饼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664208"/>
            <a:ext cx="508406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✨ 机遇：为什么现在是好时机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① 行业盘子持续扩大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4086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3,508 亿市场、CAGR（年复合增长率）10%+、6.8 亿用户 → 蛋糕在变大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60" y="277977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② 政策从紧转暖，确定性增强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992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十五五明确支持、版号常态化 → “行业会不会被取缔”不再是问题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186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2960" y="343814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③ 游戏职位东移，中国是全球研发中心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全球最大游戏公司（腾讯）在中国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最多新增游戏岗位在中国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最活跃的二次元/射击/开放世界赛道在中国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22960" y="453542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④ 策划岗位需求持续存在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版号常态化 = 新项目持续立项 = 策划是刚需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7433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关卡、系统、战斗、叙事、商业化 —— 方向多元、可择所长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937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822960" y="541324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⑤ 薪资有竞争力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806440"/>
            <a:ext cx="493776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521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来源：中国音数协游戏工委《2025年中国游戏产业报告》、综合招聘市场数据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554480"/>
            <a:ext cx="525780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1664208"/>
            <a:ext cx="5038344" cy="38100"/>
          </a:xfrm>
          <a:prstGeom prst="rect">
            <a:avLst/>
          </a:prstGeom>
          <a:solidFill>
            <a:srgbClr val="E8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7556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606E"/>
                </a:solidFill>
              </a:defRPr>
            </a:pPr>
            <a:r>
              <a:t>⚠️ 风险：入行前必须想清楚的事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12140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① AI 正在重塑行业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3408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初级原画/文案/UI 岗位已被AI大幅替代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5603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策划岗位虽暂未直接被替代，但——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77977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“不懂AI的策划”正在被“懂AI的策划”替代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9923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大厂 AI 相关岗位占比已接近 15%，还在增加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2186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446520" y="34381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② 工作强度较高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65760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项目冲刺期（上线/测试前）加班较多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87705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游戏行业是典型的项目制 + 里程碑驱动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0965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446520" y="43159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③ 职业发展对项目经历要求高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5354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参与过成功上线项目是晋升核心岗位的关键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5488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能否积累高质量项目经验，决定职业高度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7433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446520" y="51937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④ 项目不确定性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4132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游戏项目成功率并不高，上线后未达预期的情况常见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5806440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585216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来源：36氪（2025–2026）、GameLook、钛媒体、行业从业者访谈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总结：这个行业值得加入吗？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642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B9BF5"/>
                </a:solidFill>
              </a:defRPr>
            </a:pPr>
            <a:r>
              <a:t>产业在增长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933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5C0D5"/>
                </a:solidFill>
              </a:defRPr>
            </a:pPr>
            <a:r>
              <a:t>3,508亿市场、6.8亿用户、CAGR（年复合增长率）10%+。不是夕阳产业，是持续增长的朝阳赛道。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9933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来源：中国音数协游戏工委</a:t>
            </a:r>
            <a:br/>
            <a:r>
              <a:t>《2025年中国游戏产业报告》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78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B9BF5"/>
                </a:solidFill>
              </a:defRPr>
            </a:pPr>
            <a:r>
              <a:t>国家在背书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07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5C0D5"/>
                </a:solidFill>
              </a:defRPr>
            </a:pPr>
            <a:r>
              <a:t>“十五五”首次将游戏写入国际传播体系章节。政策环境从“纠偏”到“C位”，前所未有地友好。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907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来源：“十五五”规划纲要</a:t>
            </a:r>
            <a:br/>
            <a:r>
              <a:t>（2026.3）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930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B9BF5"/>
                </a:solidFill>
              </a:defRPr>
            </a:pPr>
            <a:r>
              <a:t>版号在恢复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221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5C0D5"/>
                </a:solidFill>
              </a:defRPr>
            </a:pPr>
            <a:r>
              <a:t>常态化发放、1,771个/年创七年新高。新项目持续上马 → 策划岗位有持续需求。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8221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来源：国家新闻出版署官网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074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B9BF5"/>
                </a:solidFill>
              </a:defRPr>
            </a:pPr>
            <a:r>
              <a:t>机会在中国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365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5C0D5"/>
                </a:solidFill>
              </a:defRPr>
            </a:pPr>
            <a:r>
              <a:t>全球游戏职位正在“东移”。中国已反超美国成为新增游戏岗位最多的国家。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7365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来源：Sorcery.gg、澎湃新闻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1208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21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B9BF5"/>
                </a:solidFill>
              </a:defRPr>
            </a:pPr>
            <a:r>
              <a:t>门槛在提高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6509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5C0D5"/>
                </a:solidFill>
              </a:defRPr>
            </a:pPr>
            <a:r>
              <a:t>AI在渗透、复合型人才最吃香。作品集质量直接决定你能进入哪个层级的公司和项目。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8590A5"/>
                </a:solidFill>
              </a:defRPr>
            </a:pPr>
            <a:r>
              <a:t>来源：36氪、GameLook、钛媒体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035040"/>
            <a:ext cx="10881360" cy="548640"/>
          </a:xfrm>
          <a:prstGeom prst="roundRect">
            <a:avLst/>
          </a:prstGeom>
          <a:solidFill>
            <a:srgbClr val="182850"/>
          </a:solidFill>
          <a:ln w="1905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0D9A0"/>
                </a:solidFill>
              </a:defRPr>
            </a:pPr>
            <a:r>
              <a:t>结论：行业值得进入。竞争激烈但公平 —— 作品集决定起点，持续学习决定天花板。你的背景不是短板，是差异化武器。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数据来源汇总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本课件所引全部数据均标注出处，以下为完整来源清单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①  中国音数协游戏工委《2025年中国游戏产业报告》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国内市场规模、用户数据、各平台收入、海外收入、电子竞技收入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②  伽马数据（Gamma Data）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细分赛道收入、品类占比、二次元手游及休闲游戏数据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8541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③  中共中央“十五五”规划纲要（2026年3月全国人大通过）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5000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网络游戏相关战略定位及政策表述原文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9464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④  国家新闻出版署官网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34056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游戏版号审批与发放数据（2023–2026）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5351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⑤  游鲨游戏圈统计数据（2024年）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1810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国内游戏公司社保总人数、覆盖企业数量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⑥  GameLook / 36氪 / 钛媒体（2025–2026）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0215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行业招聘趋势、AI渗透率、就业市场分析、企业增员/减员数据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21608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⑦  Sorcery.gg（追踪全球620家工作室）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全球游戏职位分布与“东移”趋势数据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⑧  中信建投证券 / 招商证券研报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7024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版号趋势判断、2026年新游供给展望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⑨  Fortune Business Insights / Mordor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54296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全球及中国游戏市场中长期规模预测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73752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⑩  Sensor Tower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3834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中国手游发行商全球收入占比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⑪  国家电影局 / 中国音像与数字出版协会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22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电影票房及网络文学/音乐产业规模（产业类比）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41848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⑫  国务院公报 / 商务部官网 / 上海市知识产权局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各级政策文件与扶持措施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258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9BF5"/>
                </a:solidFill>
              </a:defRPr>
            </a:pPr>
            <a:r>
              <a:t>⑬  招聘市场公开数据（Boss直聘、猎聘、各厂校招公告等）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90488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策划岗位薪酬区间参考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