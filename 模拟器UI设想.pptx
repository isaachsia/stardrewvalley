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92216-503F-3E71-FB6A-B0BA171B5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800DCD-DD0B-7CED-C68F-2F574200B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7476CB-4B76-B3C8-8E5D-4BCCB0AD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322565-3E44-C2AB-A7E2-64488183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3E41D4-2C8D-60F6-80BF-863E6A27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12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2A099-DF45-AD1F-43F2-6FE8FEBFC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B56664-3DE3-B06F-CA78-4DB14D4CA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5184B4-6E7A-4817-1F2D-F17762500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0305E9-4C47-C75F-4D34-A175E25F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BFABA8-6907-7056-F334-6FF8780B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14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763B7-E867-9B39-CE69-E129BEC1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014B3B-798F-36D6-46C0-8920DDA2A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7509E9-B160-93F9-DF4B-E24286F1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8CE01A-8F0A-9F28-11B0-5322FDEB2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042CE4-C3A4-C6DD-6BFF-D045E804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703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9DFB5-49D5-D2DC-1FAF-34C479AC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1BC029-AC3B-78E1-F1AD-6DBBDD8B1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C06AF1-76CF-F946-9FA3-B2A0B3779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64BF62-1610-89D5-3A52-337D7AA7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AE84C7-4836-6C96-7F9A-194D57DF2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ACCA8C-06BF-F46B-8A65-256124BB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64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1976F-E1AD-110B-1B93-A0C80897B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E9489E-7CE3-1952-5D54-D5EAF6D84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F675D1-786E-A799-A218-33F447E54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21656B-E5D9-E509-6390-C25C69CA4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6CB221-DC05-996E-DE2D-35BE47A43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2D190A-B62E-D335-45FB-AA606177A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D92E7F-F919-E432-460B-E84C4E41B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F0A44C-36CA-8265-D529-953CEBB5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95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13A98-1EEF-1809-C0A8-538C4F77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F24F2F-8A9B-1D21-2BFB-6B8B051D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6D7CCE-36E1-2E92-F279-7BDBD70F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3068DB-FCF1-2B1D-ED8E-AB25C4BB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34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665AEA-383B-9A70-9045-C223DA3C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C9657F-AAB0-D9E2-24EC-CC3A34E7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158757-F6E8-83D0-6D22-FF012F92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127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3A100-E3A9-7D34-6E51-AA8F66C8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1CD9BF-6226-493F-BAED-4A7AD09A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698E40-0BF0-6483-EEC5-4A1CAEBF8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5C8968-212C-F2CD-D5FC-14409FE6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A44B72-B919-B6F3-F8FD-B2C70E1C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7CE242-0510-E330-776B-986F54DC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01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1A048-6318-9D95-5EBC-45DB89650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52C50B-2326-EEC4-D22F-647EEDD5D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454EB2-F43C-7923-F69E-73712AA60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56FD66-139D-FCC5-D491-8E4425925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11C83D-7C45-E4D0-5CB1-F308F960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3DA86A-EC07-8010-4AC8-52334D9D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115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61DA7-2595-16C6-53DA-E5C3E78B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E205DA-8880-7161-35A8-F90AEFEC1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E8A6E6-B429-E607-B82E-2A68B508A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AF0317-0596-5173-5613-11232EEA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1482F-059D-6C19-799C-E6D02B7A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538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DB1C81-A49C-1CBC-8902-A892D2536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B217C8-EE60-CC3C-BC7F-C617AAE6E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0325E9-F020-A077-25CE-D0D616054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F84A6F-2709-2D64-55C1-F128A199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964B12-981B-8C0B-F953-66E0333C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23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946AB7-04E5-AA7B-B463-07E027FBF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89A761-A40C-0246-E6CB-0E9C31F0E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04964C-A2DD-9CC3-912F-5AE57F092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45D24-8ACE-4F90-8312-ABEC421A369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96C772-5400-D5FD-4042-A66411AA9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E24915-10A8-1ADA-88B4-B0E604BC0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D8CD4-0358-4DF7-9189-47B7A121B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94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DE3762D-6EA4-4E4D-F903-90E43820EC61}"/>
              </a:ext>
            </a:extLst>
          </p:cNvPr>
          <p:cNvSpPr/>
          <p:nvPr/>
        </p:nvSpPr>
        <p:spPr>
          <a:xfrm>
            <a:off x="5931738" y="4439519"/>
            <a:ext cx="5634995" cy="2092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AE1FF20-08B9-6398-8EC2-76A4B494D27A}"/>
              </a:ext>
            </a:extLst>
          </p:cNvPr>
          <p:cNvSpPr/>
          <p:nvPr/>
        </p:nvSpPr>
        <p:spPr>
          <a:xfrm>
            <a:off x="465746" y="136733"/>
            <a:ext cx="3674691" cy="13416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F914C1-3762-BD01-ABEC-D24F203BE367}"/>
              </a:ext>
            </a:extLst>
          </p:cNvPr>
          <p:cNvSpPr/>
          <p:nvPr/>
        </p:nvSpPr>
        <p:spPr>
          <a:xfrm>
            <a:off x="1046859" y="311920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C47D77-4E1C-F525-1CDA-09B9A9592BED}"/>
              </a:ext>
            </a:extLst>
          </p:cNvPr>
          <p:cNvSpPr txBox="1"/>
          <p:nvPr/>
        </p:nvSpPr>
        <p:spPr>
          <a:xfrm>
            <a:off x="585387" y="268292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9C69734-9EF6-A34F-B8CA-7868AC3A04D5}"/>
              </a:ext>
            </a:extLst>
          </p:cNvPr>
          <p:cNvSpPr/>
          <p:nvPr/>
        </p:nvSpPr>
        <p:spPr>
          <a:xfrm>
            <a:off x="1046859" y="594829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621E26-E65D-907C-CCFA-CE84F9A82276}"/>
              </a:ext>
            </a:extLst>
          </p:cNvPr>
          <p:cNvSpPr txBox="1"/>
          <p:nvPr/>
        </p:nvSpPr>
        <p:spPr>
          <a:xfrm>
            <a:off x="585387" y="551201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60940AB-0532-1353-835F-A4CCC75518E3}"/>
              </a:ext>
            </a:extLst>
          </p:cNvPr>
          <p:cNvSpPr/>
          <p:nvPr/>
        </p:nvSpPr>
        <p:spPr>
          <a:xfrm>
            <a:off x="1046859" y="921367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2D2702-CA9F-A23B-F336-ECC9CA42DF1B}"/>
              </a:ext>
            </a:extLst>
          </p:cNvPr>
          <p:cNvSpPr txBox="1"/>
          <p:nvPr/>
        </p:nvSpPr>
        <p:spPr>
          <a:xfrm>
            <a:off x="585387" y="877739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B4691E3-21B6-BD39-EF6B-AC5BDB200D1B}"/>
              </a:ext>
            </a:extLst>
          </p:cNvPr>
          <p:cNvSpPr/>
          <p:nvPr/>
        </p:nvSpPr>
        <p:spPr>
          <a:xfrm>
            <a:off x="2824384" y="311920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E584DB-00EF-C7D6-5480-A3B299A86392}"/>
              </a:ext>
            </a:extLst>
          </p:cNvPr>
          <p:cNvSpPr txBox="1"/>
          <p:nvPr/>
        </p:nvSpPr>
        <p:spPr>
          <a:xfrm>
            <a:off x="2362912" y="268292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0FD03F7-35DA-150F-7680-E8DE60F39247}"/>
              </a:ext>
            </a:extLst>
          </p:cNvPr>
          <p:cNvSpPr/>
          <p:nvPr/>
        </p:nvSpPr>
        <p:spPr>
          <a:xfrm>
            <a:off x="2824384" y="594829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B174C1-80E2-1AB2-0B88-305B97B934F4}"/>
              </a:ext>
            </a:extLst>
          </p:cNvPr>
          <p:cNvSpPr txBox="1"/>
          <p:nvPr/>
        </p:nvSpPr>
        <p:spPr>
          <a:xfrm>
            <a:off x="2362912" y="551201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5363F33-C657-0070-A564-0B038C43F1DE}"/>
              </a:ext>
            </a:extLst>
          </p:cNvPr>
          <p:cNvSpPr/>
          <p:nvPr/>
        </p:nvSpPr>
        <p:spPr>
          <a:xfrm>
            <a:off x="2824384" y="921367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0FD5E1-692A-F301-FBAC-B01E7E6911E7}"/>
              </a:ext>
            </a:extLst>
          </p:cNvPr>
          <p:cNvSpPr txBox="1"/>
          <p:nvPr/>
        </p:nvSpPr>
        <p:spPr>
          <a:xfrm>
            <a:off x="2362912" y="877739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426D28E-0468-41A2-DF94-2AEE15A5187F}"/>
              </a:ext>
            </a:extLst>
          </p:cNvPr>
          <p:cNvSpPr/>
          <p:nvPr/>
        </p:nvSpPr>
        <p:spPr>
          <a:xfrm>
            <a:off x="6221339" y="4614729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B615764-787B-F34F-9C85-E28E40524B62}"/>
              </a:ext>
            </a:extLst>
          </p:cNvPr>
          <p:cNvSpPr/>
          <p:nvPr/>
        </p:nvSpPr>
        <p:spPr>
          <a:xfrm>
            <a:off x="7450510" y="4614728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58E8FF4-70AA-00EA-B26F-FE4895AF1EFA}"/>
              </a:ext>
            </a:extLst>
          </p:cNvPr>
          <p:cNvSpPr/>
          <p:nvPr/>
        </p:nvSpPr>
        <p:spPr>
          <a:xfrm>
            <a:off x="8649770" y="4614728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7A18132-1F0F-A8EF-E18D-1B97D33C1753}"/>
              </a:ext>
            </a:extLst>
          </p:cNvPr>
          <p:cNvSpPr/>
          <p:nvPr/>
        </p:nvSpPr>
        <p:spPr>
          <a:xfrm>
            <a:off x="9849030" y="4614728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808C72-6611-F9CF-A7A7-1C460F8641DB}"/>
              </a:ext>
            </a:extLst>
          </p:cNvPr>
          <p:cNvSpPr/>
          <p:nvPr/>
        </p:nvSpPr>
        <p:spPr>
          <a:xfrm>
            <a:off x="5931737" y="2585103"/>
            <a:ext cx="5634996" cy="18544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C3E55A2-47BD-E92E-FC65-BDA7E0216C4C}"/>
              </a:ext>
            </a:extLst>
          </p:cNvPr>
          <p:cNvSpPr/>
          <p:nvPr/>
        </p:nvSpPr>
        <p:spPr>
          <a:xfrm>
            <a:off x="6164367" y="2802978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0B68D40-D443-EF01-C214-A6130108546C}"/>
              </a:ext>
            </a:extLst>
          </p:cNvPr>
          <p:cNvSpPr/>
          <p:nvPr/>
        </p:nvSpPr>
        <p:spPr>
          <a:xfrm>
            <a:off x="7393538" y="2802977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C17AF59-389A-CD84-8E4F-5DF6F4EA0150}"/>
              </a:ext>
            </a:extLst>
          </p:cNvPr>
          <p:cNvSpPr/>
          <p:nvPr/>
        </p:nvSpPr>
        <p:spPr>
          <a:xfrm>
            <a:off x="8592798" y="2802977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B0D4F71-ABBE-A1D7-C341-1C85F6E084C5}"/>
              </a:ext>
            </a:extLst>
          </p:cNvPr>
          <p:cNvSpPr/>
          <p:nvPr/>
        </p:nvSpPr>
        <p:spPr>
          <a:xfrm>
            <a:off x="9792058" y="2802977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4666CAA-7655-9A08-B72B-D926616A5724}"/>
              </a:ext>
            </a:extLst>
          </p:cNvPr>
          <p:cNvSpPr txBox="1"/>
          <p:nvPr/>
        </p:nvSpPr>
        <p:spPr>
          <a:xfrm>
            <a:off x="6164367" y="2563695"/>
            <a:ext cx="1562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放置区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789D9B3-9AA3-65F4-F069-9787061DAAFA}"/>
              </a:ext>
            </a:extLst>
          </p:cNvPr>
          <p:cNvSpPr txBox="1"/>
          <p:nvPr/>
        </p:nvSpPr>
        <p:spPr>
          <a:xfrm>
            <a:off x="6164367" y="4411172"/>
            <a:ext cx="1562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手牌区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AB3722D-3B31-9633-EAE1-6338566A6C10}"/>
              </a:ext>
            </a:extLst>
          </p:cNvPr>
          <p:cNvSpPr/>
          <p:nvPr/>
        </p:nvSpPr>
        <p:spPr>
          <a:xfrm>
            <a:off x="393462" y="1918531"/>
            <a:ext cx="4828975" cy="27388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45224D6-3E7E-443B-6C0B-F17129905C9B}"/>
              </a:ext>
            </a:extLst>
          </p:cNvPr>
          <p:cNvSpPr/>
          <p:nvPr/>
        </p:nvSpPr>
        <p:spPr>
          <a:xfrm>
            <a:off x="653753" y="2110811"/>
            <a:ext cx="1478423" cy="21022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立绘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BB0D86C-7442-6E79-EE93-DE92547DA7BD}"/>
              </a:ext>
            </a:extLst>
          </p:cNvPr>
          <p:cNvSpPr txBox="1"/>
          <p:nvPr/>
        </p:nvSpPr>
        <p:spPr>
          <a:xfrm>
            <a:off x="2619286" y="2198679"/>
            <a:ext cx="1632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奏折描述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4C77727-C309-225C-0B56-44F48E7D0BDC}"/>
              </a:ext>
            </a:extLst>
          </p:cNvPr>
          <p:cNvSpPr txBox="1"/>
          <p:nvPr/>
        </p:nvSpPr>
        <p:spPr>
          <a:xfrm>
            <a:off x="653753" y="1589515"/>
            <a:ext cx="1401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早朝区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36604C5-6B4C-C237-1CB8-A64AD13266D5}"/>
              </a:ext>
            </a:extLst>
          </p:cNvPr>
          <p:cNvSpPr/>
          <p:nvPr/>
        </p:nvSpPr>
        <p:spPr>
          <a:xfrm>
            <a:off x="623843" y="4943742"/>
            <a:ext cx="4426721" cy="3247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选项描述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奖励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962710D-5DAE-8B51-1E7F-DE5AAD15DD86}"/>
              </a:ext>
            </a:extLst>
          </p:cNvPr>
          <p:cNvSpPr/>
          <p:nvPr/>
        </p:nvSpPr>
        <p:spPr>
          <a:xfrm>
            <a:off x="628116" y="5420885"/>
            <a:ext cx="4426721" cy="3247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选项描述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奖励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BBA5F31C-03F6-196B-E53F-2F6154A52093}"/>
              </a:ext>
            </a:extLst>
          </p:cNvPr>
          <p:cNvSpPr/>
          <p:nvPr/>
        </p:nvSpPr>
        <p:spPr>
          <a:xfrm>
            <a:off x="623842" y="5869605"/>
            <a:ext cx="4426721" cy="3247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选项描述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奖励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FCD8050-5D41-DD5A-15CD-79F7BDD9EC75}"/>
              </a:ext>
            </a:extLst>
          </p:cNvPr>
          <p:cNvSpPr/>
          <p:nvPr/>
        </p:nvSpPr>
        <p:spPr>
          <a:xfrm>
            <a:off x="623841" y="6281161"/>
            <a:ext cx="4426721" cy="3247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留中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D4762D-CE88-A213-A059-668DC7738C74}"/>
              </a:ext>
            </a:extLst>
          </p:cNvPr>
          <p:cNvSpPr/>
          <p:nvPr/>
        </p:nvSpPr>
        <p:spPr>
          <a:xfrm>
            <a:off x="4452359" y="223546"/>
            <a:ext cx="1128045" cy="140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B01E252-5C02-E915-3C2D-B51F28FA0D2C}"/>
              </a:ext>
            </a:extLst>
          </p:cNvPr>
          <p:cNvSpPr txBox="1"/>
          <p:nvPr/>
        </p:nvSpPr>
        <p:spPr>
          <a:xfrm>
            <a:off x="4422449" y="34183"/>
            <a:ext cx="6281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效果区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23C40A95-9300-9B2E-F5AF-710D53EE4D0E}"/>
              </a:ext>
            </a:extLst>
          </p:cNvPr>
          <p:cNvSpPr/>
          <p:nvPr/>
        </p:nvSpPr>
        <p:spPr>
          <a:xfrm>
            <a:off x="4546361" y="307086"/>
            <a:ext cx="380288" cy="3802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0A01259F-8842-7E32-60C6-CD5E31EFB94D}"/>
              </a:ext>
            </a:extLst>
          </p:cNvPr>
          <p:cNvSpPr/>
          <p:nvPr/>
        </p:nvSpPr>
        <p:spPr>
          <a:xfrm>
            <a:off x="4546361" y="760720"/>
            <a:ext cx="380288" cy="3802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42C73CDA-6EA5-5984-B69E-68F0E08A1FE7}"/>
              </a:ext>
            </a:extLst>
          </p:cNvPr>
          <p:cNvSpPr/>
          <p:nvPr/>
        </p:nvSpPr>
        <p:spPr>
          <a:xfrm>
            <a:off x="4546361" y="1176682"/>
            <a:ext cx="380288" cy="3802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387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4CBE-08AC-FA11-E336-AD11096AC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CA9A7BB-ABC8-8494-8D57-4E97B620E9C9}"/>
              </a:ext>
            </a:extLst>
          </p:cNvPr>
          <p:cNvSpPr/>
          <p:nvPr/>
        </p:nvSpPr>
        <p:spPr>
          <a:xfrm>
            <a:off x="5931738" y="4439519"/>
            <a:ext cx="5634995" cy="2092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08CE3F7-B67A-FBFC-C398-D531C471C0F0}"/>
              </a:ext>
            </a:extLst>
          </p:cNvPr>
          <p:cNvSpPr/>
          <p:nvPr/>
        </p:nvSpPr>
        <p:spPr>
          <a:xfrm>
            <a:off x="465746" y="136733"/>
            <a:ext cx="3674691" cy="13416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5D75480-003D-649E-2330-DB4AF9DFD3C2}"/>
              </a:ext>
            </a:extLst>
          </p:cNvPr>
          <p:cNvSpPr/>
          <p:nvPr/>
        </p:nvSpPr>
        <p:spPr>
          <a:xfrm>
            <a:off x="1046859" y="311920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5DD694-8DC2-D648-B5CC-354B7C3D0457}"/>
              </a:ext>
            </a:extLst>
          </p:cNvPr>
          <p:cNvSpPr txBox="1"/>
          <p:nvPr/>
        </p:nvSpPr>
        <p:spPr>
          <a:xfrm>
            <a:off x="585387" y="268292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9BA0FA1-ECD6-8B1D-F667-34E750C7E468}"/>
              </a:ext>
            </a:extLst>
          </p:cNvPr>
          <p:cNvSpPr/>
          <p:nvPr/>
        </p:nvSpPr>
        <p:spPr>
          <a:xfrm>
            <a:off x="1046859" y="594829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FDE31B-0945-ED93-6F30-190A3FEA1EF8}"/>
              </a:ext>
            </a:extLst>
          </p:cNvPr>
          <p:cNvSpPr txBox="1"/>
          <p:nvPr/>
        </p:nvSpPr>
        <p:spPr>
          <a:xfrm>
            <a:off x="585387" y="551201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674218E-A081-37AA-7193-973379009E03}"/>
              </a:ext>
            </a:extLst>
          </p:cNvPr>
          <p:cNvSpPr/>
          <p:nvPr/>
        </p:nvSpPr>
        <p:spPr>
          <a:xfrm>
            <a:off x="1046859" y="921367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E40522-0BF5-AEEC-08C0-F265AF408D7B}"/>
              </a:ext>
            </a:extLst>
          </p:cNvPr>
          <p:cNvSpPr txBox="1"/>
          <p:nvPr/>
        </p:nvSpPr>
        <p:spPr>
          <a:xfrm>
            <a:off x="585387" y="877739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8CA44B5-4A67-A5D5-0878-D86F042D1C55}"/>
              </a:ext>
            </a:extLst>
          </p:cNvPr>
          <p:cNvSpPr/>
          <p:nvPr/>
        </p:nvSpPr>
        <p:spPr>
          <a:xfrm>
            <a:off x="2824384" y="311920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05BC01-FD3B-F0B7-9232-4E6BFBEAF63A}"/>
              </a:ext>
            </a:extLst>
          </p:cNvPr>
          <p:cNvSpPr txBox="1"/>
          <p:nvPr/>
        </p:nvSpPr>
        <p:spPr>
          <a:xfrm>
            <a:off x="2362912" y="268292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BAF7942-7497-1D5E-1048-4CA5B98ECE9D}"/>
              </a:ext>
            </a:extLst>
          </p:cNvPr>
          <p:cNvSpPr/>
          <p:nvPr/>
        </p:nvSpPr>
        <p:spPr>
          <a:xfrm>
            <a:off x="2824384" y="594829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6F9E2D-69DA-0DD8-49DB-4808C97F1E40}"/>
              </a:ext>
            </a:extLst>
          </p:cNvPr>
          <p:cNvSpPr txBox="1"/>
          <p:nvPr/>
        </p:nvSpPr>
        <p:spPr>
          <a:xfrm>
            <a:off x="2362912" y="551201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CAF8D5A-E11A-A762-EAE1-374AF74F37F3}"/>
              </a:ext>
            </a:extLst>
          </p:cNvPr>
          <p:cNvSpPr/>
          <p:nvPr/>
        </p:nvSpPr>
        <p:spPr>
          <a:xfrm>
            <a:off x="2824384" y="921367"/>
            <a:ext cx="1046860" cy="12818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3504AF-6631-916D-01CB-F0216C1D3641}"/>
              </a:ext>
            </a:extLst>
          </p:cNvPr>
          <p:cNvSpPr txBox="1"/>
          <p:nvPr/>
        </p:nvSpPr>
        <p:spPr>
          <a:xfrm>
            <a:off x="2362912" y="877739"/>
            <a:ext cx="508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属性</a:t>
            </a:r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8A7D274-92D5-B93F-CA1C-D6481665D240}"/>
              </a:ext>
            </a:extLst>
          </p:cNvPr>
          <p:cNvSpPr/>
          <p:nvPr/>
        </p:nvSpPr>
        <p:spPr>
          <a:xfrm>
            <a:off x="6221339" y="4614729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5242D34-E311-87CE-5060-1A85551D0651}"/>
              </a:ext>
            </a:extLst>
          </p:cNvPr>
          <p:cNvSpPr/>
          <p:nvPr/>
        </p:nvSpPr>
        <p:spPr>
          <a:xfrm>
            <a:off x="7450510" y="4614728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393640F-00BA-485D-A819-442C08F15327}"/>
              </a:ext>
            </a:extLst>
          </p:cNvPr>
          <p:cNvSpPr/>
          <p:nvPr/>
        </p:nvSpPr>
        <p:spPr>
          <a:xfrm>
            <a:off x="8649770" y="4614728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E49BF8D-C555-5E3A-383F-C73575010283}"/>
              </a:ext>
            </a:extLst>
          </p:cNvPr>
          <p:cNvSpPr/>
          <p:nvPr/>
        </p:nvSpPr>
        <p:spPr>
          <a:xfrm>
            <a:off x="9849030" y="4614728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3BF6459-5B5C-BD15-FFEF-7B5A32ED7C24}"/>
              </a:ext>
            </a:extLst>
          </p:cNvPr>
          <p:cNvSpPr/>
          <p:nvPr/>
        </p:nvSpPr>
        <p:spPr>
          <a:xfrm>
            <a:off x="5931737" y="2585103"/>
            <a:ext cx="5634996" cy="18544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707FE3E-4438-F47D-B79A-E86CABD8E639}"/>
              </a:ext>
            </a:extLst>
          </p:cNvPr>
          <p:cNvSpPr/>
          <p:nvPr/>
        </p:nvSpPr>
        <p:spPr>
          <a:xfrm>
            <a:off x="6164367" y="2802978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6D5EA22-5260-4CBF-CE84-8CE781094BD8}"/>
              </a:ext>
            </a:extLst>
          </p:cNvPr>
          <p:cNvSpPr/>
          <p:nvPr/>
        </p:nvSpPr>
        <p:spPr>
          <a:xfrm>
            <a:off x="7393538" y="2802977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B86F999-5D12-4480-98A5-EB2C5EDCA392}"/>
              </a:ext>
            </a:extLst>
          </p:cNvPr>
          <p:cNvSpPr/>
          <p:nvPr/>
        </p:nvSpPr>
        <p:spPr>
          <a:xfrm>
            <a:off x="8592798" y="2802977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1EB426B-EB8E-4767-F7B8-AD7E98F3AD85}"/>
              </a:ext>
            </a:extLst>
          </p:cNvPr>
          <p:cNvSpPr/>
          <p:nvPr/>
        </p:nvSpPr>
        <p:spPr>
          <a:xfrm>
            <a:off x="9792058" y="2802977"/>
            <a:ext cx="1042587" cy="14613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137A9C5-9E2D-6255-3CA5-E358397B42FF}"/>
              </a:ext>
            </a:extLst>
          </p:cNvPr>
          <p:cNvSpPr txBox="1"/>
          <p:nvPr/>
        </p:nvSpPr>
        <p:spPr>
          <a:xfrm>
            <a:off x="6164367" y="2563695"/>
            <a:ext cx="1562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放置区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2D82067-5BE6-01DF-82A4-D46945C7AD5A}"/>
              </a:ext>
            </a:extLst>
          </p:cNvPr>
          <p:cNvSpPr txBox="1"/>
          <p:nvPr/>
        </p:nvSpPr>
        <p:spPr>
          <a:xfrm>
            <a:off x="6164367" y="4411172"/>
            <a:ext cx="1562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手牌区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4A35FAE-7C70-63F5-DDA4-32F3D6C79383}"/>
              </a:ext>
            </a:extLst>
          </p:cNvPr>
          <p:cNvSpPr/>
          <p:nvPr/>
        </p:nvSpPr>
        <p:spPr>
          <a:xfrm>
            <a:off x="393462" y="1918531"/>
            <a:ext cx="4828975" cy="27388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AE1824-479C-EF3F-010E-28DA2FB89640}"/>
              </a:ext>
            </a:extLst>
          </p:cNvPr>
          <p:cNvSpPr/>
          <p:nvPr/>
        </p:nvSpPr>
        <p:spPr>
          <a:xfrm>
            <a:off x="653753" y="2110811"/>
            <a:ext cx="1478423" cy="21022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立绘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5B391C7-CCBD-957E-AE2F-29661BAE07E7}"/>
              </a:ext>
            </a:extLst>
          </p:cNvPr>
          <p:cNvSpPr txBox="1"/>
          <p:nvPr/>
        </p:nvSpPr>
        <p:spPr>
          <a:xfrm>
            <a:off x="2619286" y="2198679"/>
            <a:ext cx="1632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奏折描述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5307E9C-FE48-4488-D739-570B35B9791D}"/>
              </a:ext>
            </a:extLst>
          </p:cNvPr>
          <p:cNvSpPr txBox="1"/>
          <p:nvPr/>
        </p:nvSpPr>
        <p:spPr>
          <a:xfrm>
            <a:off x="653753" y="1589515"/>
            <a:ext cx="1401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早朝区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2A3DE48-7EB6-39EB-E5ED-2697373C1325}"/>
              </a:ext>
            </a:extLst>
          </p:cNvPr>
          <p:cNvSpPr/>
          <p:nvPr/>
        </p:nvSpPr>
        <p:spPr>
          <a:xfrm>
            <a:off x="623843" y="4943742"/>
            <a:ext cx="4426721" cy="3247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选项描述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奖励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29AA7EC-DD8B-9DDA-894E-3884C0248C50}"/>
              </a:ext>
            </a:extLst>
          </p:cNvPr>
          <p:cNvSpPr/>
          <p:nvPr/>
        </p:nvSpPr>
        <p:spPr>
          <a:xfrm>
            <a:off x="628116" y="5420885"/>
            <a:ext cx="4426721" cy="3247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选项描述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奖励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D12067F-E032-AE4E-00C8-B11025D023C1}"/>
              </a:ext>
            </a:extLst>
          </p:cNvPr>
          <p:cNvSpPr/>
          <p:nvPr/>
        </p:nvSpPr>
        <p:spPr>
          <a:xfrm>
            <a:off x="623842" y="5869605"/>
            <a:ext cx="4426721" cy="3247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选项描述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奖励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A4886DB-CF20-4D09-ED82-E0EF5E74447C}"/>
              </a:ext>
            </a:extLst>
          </p:cNvPr>
          <p:cNvSpPr/>
          <p:nvPr/>
        </p:nvSpPr>
        <p:spPr>
          <a:xfrm>
            <a:off x="623841" y="6281161"/>
            <a:ext cx="4426721" cy="3247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留中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7C5AA96-F089-3A6C-7509-F9CDEC07F5F9}"/>
              </a:ext>
            </a:extLst>
          </p:cNvPr>
          <p:cNvSpPr/>
          <p:nvPr/>
        </p:nvSpPr>
        <p:spPr>
          <a:xfrm>
            <a:off x="4452359" y="223546"/>
            <a:ext cx="1128045" cy="140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8C8A7D1-A893-8D3B-DB21-CDC9EB95B926}"/>
              </a:ext>
            </a:extLst>
          </p:cNvPr>
          <p:cNvSpPr txBox="1"/>
          <p:nvPr/>
        </p:nvSpPr>
        <p:spPr>
          <a:xfrm>
            <a:off x="4422449" y="34183"/>
            <a:ext cx="6281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效果区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5190C61B-F0F9-C6C9-F579-04D375586ABA}"/>
              </a:ext>
            </a:extLst>
          </p:cNvPr>
          <p:cNvSpPr/>
          <p:nvPr/>
        </p:nvSpPr>
        <p:spPr>
          <a:xfrm>
            <a:off x="4546361" y="307086"/>
            <a:ext cx="380288" cy="3802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283BB563-F81F-28D4-40B6-BB329F5A5914}"/>
              </a:ext>
            </a:extLst>
          </p:cNvPr>
          <p:cNvSpPr/>
          <p:nvPr/>
        </p:nvSpPr>
        <p:spPr>
          <a:xfrm>
            <a:off x="4546361" y="760720"/>
            <a:ext cx="380288" cy="3802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8551090A-2A2A-F366-78A3-A14F8579A5B7}"/>
              </a:ext>
            </a:extLst>
          </p:cNvPr>
          <p:cNvSpPr/>
          <p:nvPr/>
        </p:nvSpPr>
        <p:spPr>
          <a:xfrm>
            <a:off x="4546361" y="1176682"/>
            <a:ext cx="380288" cy="3802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流程图: 可选过程 1">
            <a:extLst>
              <a:ext uri="{FF2B5EF4-FFF2-40B4-BE49-F238E27FC236}">
                <a16:creationId xmlns:a16="http://schemas.microsoft.com/office/drawing/2014/main" id="{11DD92EE-8BBD-E990-4CD2-A681CC7B0CAB}"/>
              </a:ext>
            </a:extLst>
          </p:cNvPr>
          <p:cNvSpPr/>
          <p:nvPr/>
        </p:nvSpPr>
        <p:spPr>
          <a:xfrm>
            <a:off x="6417892" y="249627"/>
            <a:ext cx="5383850" cy="1854416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2CB956-79E9-2046-83E8-B74AAA942C9C}"/>
              </a:ext>
            </a:extLst>
          </p:cNvPr>
          <p:cNvSpPr/>
          <p:nvPr/>
        </p:nvSpPr>
        <p:spPr>
          <a:xfrm>
            <a:off x="10435927" y="372698"/>
            <a:ext cx="1130806" cy="16079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立绘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E9507B-0E8D-6760-7384-8D8A3AF32432}"/>
              </a:ext>
            </a:extLst>
          </p:cNvPr>
          <p:cNvSpPr txBox="1"/>
          <p:nvPr/>
        </p:nvSpPr>
        <p:spPr>
          <a:xfrm>
            <a:off x="6652901" y="440107"/>
            <a:ext cx="1562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急报描述</a:t>
            </a:r>
            <a:endParaRPr lang="en-US" altLang="zh-CN" dirty="0"/>
          </a:p>
          <a:p>
            <a:r>
              <a:rPr lang="zh-CN" altLang="en-US" dirty="0"/>
              <a:t>急报效果</a:t>
            </a:r>
          </a:p>
        </p:txBody>
      </p:sp>
      <p:sp>
        <p:nvSpPr>
          <p:cNvPr id="43" name="流程图: 可选过程 42">
            <a:extLst>
              <a:ext uri="{FF2B5EF4-FFF2-40B4-BE49-F238E27FC236}">
                <a16:creationId xmlns:a16="http://schemas.microsoft.com/office/drawing/2014/main" id="{581E217D-9B82-87EC-314A-6011B932A36A}"/>
              </a:ext>
            </a:extLst>
          </p:cNvPr>
          <p:cNvSpPr/>
          <p:nvPr/>
        </p:nvSpPr>
        <p:spPr>
          <a:xfrm>
            <a:off x="6849455" y="1449304"/>
            <a:ext cx="3093578" cy="181097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17EDB31-9B70-F38E-AA4A-9A50C7BB3842}"/>
              </a:ext>
            </a:extLst>
          </p:cNvPr>
          <p:cNvSpPr txBox="1"/>
          <p:nvPr/>
        </p:nvSpPr>
        <p:spPr>
          <a:xfrm>
            <a:off x="6775859" y="1195388"/>
            <a:ext cx="1373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解决进度条</a:t>
            </a:r>
          </a:p>
        </p:txBody>
      </p:sp>
    </p:spTree>
    <p:extLst>
      <p:ext uri="{BB962C8B-B14F-4D97-AF65-F5344CB8AC3E}">
        <p14:creationId xmlns:p14="http://schemas.microsoft.com/office/powerpoint/2010/main" val="3876490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91</Words>
  <Application>Microsoft Office PowerPoint</Application>
  <PresentationFormat>宽屏</PresentationFormat>
  <Paragraphs>36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Hsia</dc:creator>
  <cp:lastModifiedBy>Isaac Hsia</cp:lastModifiedBy>
  <cp:revision>1</cp:revision>
  <dcterms:created xsi:type="dcterms:W3CDTF">2026-04-09T08:29:32Z</dcterms:created>
  <dcterms:modified xsi:type="dcterms:W3CDTF">2026-04-10T10:04:21Z</dcterms:modified>
</cp:coreProperties>
</file>